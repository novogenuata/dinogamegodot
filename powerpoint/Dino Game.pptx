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2" r:id="rId4"/>
    <p:sldId id="263" r:id="rId5"/>
    <p:sldId id="257" r:id="rId6"/>
    <p:sldId id="258" r:id="rId7"/>
    <p:sldId id="259" r:id="rId8"/>
    <p:sldId id="260" r:id="rId9"/>
    <p:sldId id="261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F7B0BD-A195-41B9-8EB0-18CFEEF0FF09}" v="8" dt="2025-05-13T17:52:00.3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antha Jones" userId="4fbdb17b-2e73-4e4e-a750-bf0cd38023e4" providerId="ADAL" clId="{FEF7B0BD-A195-41B9-8EB0-18CFEEF0FF09}"/>
    <pc:docChg chg="undo custSel addSld modSld sldOrd">
      <pc:chgData name="Samantha Jones" userId="4fbdb17b-2e73-4e4e-a750-bf0cd38023e4" providerId="ADAL" clId="{FEF7B0BD-A195-41B9-8EB0-18CFEEF0FF09}" dt="2025-05-13T17:52:05.583" v="1598" actId="1076"/>
      <pc:docMkLst>
        <pc:docMk/>
      </pc:docMkLst>
      <pc:sldChg chg="modSp">
        <pc:chgData name="Samantha Jones" userId="4fbdb17b-2e73-4e4e-a750-bf0cd38023e4" providerId="ADAL" clId="{FEF7B0BD-A195-41B9-8EB0-18CFEEF0FF09}" dt="2025-05-13T17:44:32.649" v="1567"/>
        <pc:sldMkLst>
          <pc:docMk/>
          <pc:sldMk cId="304881878" sldId="256"/>
        </pc:sldMkLst>
        <pc:spChg chg="mod">
          <ac:chgData name="Samantha Jones" userId="4fbdb17b-2e73-4e4e-a750-bf0cd38023e4" providerId="ADAL" clId="{FEF7B0BD-A195-41B9-8EB0-18CFEEF0FF09}" dt="2025-05-13T17:44:32.649" v="1567"/>
          <ac:spMkLst>
            <pc:docMk/>
            <pc:sldMk cId="304881878" sldId="256"/>
            <ac:spMk id="2" creationId="{15CB1FCB-076B-D11A-0ABE-8D99F2D4E1AD}"/>
          </ac:spMkLst>
        </pc:spChg>
        <pc:spChg chg="mod">
          <ac:chgData name="Samantha Jones" userId="4fbdb17b-2e73-4e4e-a750-bf0cd38023e4" providerId="ADAL" clId="{FEF7B0BD-A195-41B9-8EB0-18CFEEF0FF09}" dt="2025-05-13T17:44:32.649" v="1567"/>
          <ac:spMkLst>
            <pc:docMk/>
            <pc:sldMk cId="304881878" sldId="256"/>
            <ac:spMk id="3" creationId="{B37D8DF0-6960-140B-A251-3B4099999F6C}"/>
          </ac:spMkLst>
        </pc:spChg>
      </pc:sldChg>
      <pc:sldChg chg="addSp delSp modSp new mod setBg modClrScheme chgLayout">
        <pc:chgData name="Samantha Jones" userId="4fbdb17b-2e73-4e4e-a750-bf0cd38023e4" providerId="ADAL" clId="{FEF7B0BD-A195-41B9-8EB0-18CFEEF0FF09}" dt="2025-05-13T17:49:58.576" v="1591" actId="1076"/>
        <pc:sldMkLst>
          <pc:docMk/>
          <pc:sldMk cId="2224249056" sldId="257"/>
        </pc:sldMkLst>
        <pc:spChg chg="del mod ord">
          <ac:chgData name="Samantha Jones" userId="4fbdb17b-2e73-4e4e-a750-bf0cd38023e4" providerId="ADAL" clId="{FEF7B0BD-A195-41B9-8EB0-18CFEEF0FF09}" dt="2025-05-13T17:18:39.654" v="3" actId="700"/>
          <ac:spMkLst>
            <pc:docMk/>
            <pc:sldMk cId="2224249056" sldId="257"/>
            <ac:spMk id="2" creationId="{84611BCB-FBF3-3CE1-3D6E-8C74AF534780}"/>
          </ac:spMkLst>
        </pc:spChg>
        <pc:spChg chg="del mod ord">
          <ac:chgData name="Samantha Jones" userId="4fbdb17b-2e73-4e4e-a750-bf0cd38023e4" providerId="ADAL" clId="{FEF7B0BD-A195-41B9-8EB0-18CFEEF0FF09}" dt="2025-05-13T17:18:39.654" v="3" actId="700"/>
          <ac:spMkLst>
            <pc:docMk/>
            <pc:sldMk cId="2224249056" sldId="257"/>
            <ac:spMk id="3" creationId="{B1E813A8-7021-2A90-5925-DDFA5A8DC39B}"/>
          </ac:spMkLst>
        </pc:spChg>
        <pc:spChg chg="add mod ord">
          <ac:chgData name="Samantha Jones" userId="4fbdb17b-2e73-4e4e-a750-bf0cd38023e4" providerId="ADAL" clId="{FEF7B0BD-A195-41B9-8EB0-18CFEEF0FF09}" dt="2025-05-13T17:44:48.723" v="1569"/>
          <ac:spMkLst>
            <pc:docMk/>
            <pc:sldMk cId="2224249056" sldId="257"/>
            <ac:spMk id="4" creationId="{EE597929-E96D-F483-7501-86BE72C23B33}"/>
          </ac:spMkLst>
        </pc:spChg>
        <pc:spChg chg="add del mod ord">
          <ac:chgData name="Samantha Jones" userId="4fbdb17b-2e73-4e4e-a750-bf0cd38023e4" providerId="ADAL" clId="{FEF7B0BD-A195-41B9-8EB0-18CFEEF0FF09}" dt="2025-05-13T17:47:50.331" v="1570" actId="931"/>
          <ac:spMkLst>
            <pc:docMk/>
            <pc:sldMk cId="2224249056" sldId="257"/>
            <ac:spMk id="5" creationId="{536AE641-4F72-94C7-78A6-1A5C83DD5EC4}"/>
          </ac:spMkLst>
        </pc:spChg>
        <pc:spChg chg="add mod ord">
          <ac:chgData name="Samantha Jones" userId="4fbdb17b-2e73-4e4e-a750-bf0cd38023e4" providerId="ADAL" clId="{FEF7B0BD-A195-41B9-8EB0-18CFEEF0FF09}" dt="2025-05-13T17:44:48.723" v="1569"/>
          <ac:spMkLst>
            <pc:docMk/>
            <pc:sldMk cId="2224249056" sldId="257"/>
            <ac:spMk id="6" creationId="{C9AE2709-3160-AD72-54EF-42B494EB60C7}"/>
          </ac:spMkLst>
        </pc:spChg>
        <pc:spChg chg="add del">
          <ac:chgData name="Samantha Jones" userId="4fbdb17b-2e73-4e4e-a750-bf0cd38023e4" providerId="ADAL" clId="{FEF7B0BD-A195-41B9-8EB0-18CFEEF0FF09}" dt="2025-05-13T17:18:11.603" v="2" actId="26606"/>
          <ac:spMkLst>
            <pc:docMk/>
            <pc:sldMk cId="2224249056" sldId="257"/>
            <ac:spMk id="8" creationId="{5C8908E2-EE49-44D2-9428-A28D2312A8D5}"/>
          </ac:spMkLst>
        </pc:spChg>
        <pc:spChg chg="add del">
          <ac:chgData name="Samantha Jones" userId="4fbdb17b-2e73-4e4e-a750-bf0cd38023e4" providerId="ADAL" clId="{FEF7B0BD-A195-41B9-8EB0-18CFEEF0FF09}" dt="2025-05-13T17:18:11.603" v="2" actId="26606"/>
          <ac:spMkLst>
            <pc:docMk/>
            <pc:sldMk cId="2224249056" sldId="257"/>
            <ac:spMk id="14" creationId="{BD92035A-AA2F-4CD8-A556-1CE8BDEC75BD}"/>
          </ac:spMkLst>
        </pc:spChg>
        <pc:spChg chg="add del">
          <ac:chgData name="Samantha Jones" userId="4fbdb17b-2e73-4e4e-a750-bf0cd38023e4" providerId="ADAL" clId="{FEF7B0BD-A195-41B9-8EB0-18CFEEF0FF09}" dt="2025-05-13T17:18:11.603" v="2" actId="26606"/>
          <ac:spMkLst>
            <pc:docMk/>
            <pc:sldMk cId="2224249056" sldId="257"/>
            <ac:spMk id="16" creationId="{ED888B23-07FA-482A-96DF-47E31AF1A603}"/>
          </ac:spMkLst>
        </pc:spChg>
        <pc:grpChg chg="add del">
          <ac:chgData name="Samantha Jones" userId="4fbdb17b-2e73-4e4e-a750-bf0cd38023e4" providerId="ADAL" clId="{FEF7B0BD-A195-41B9-8EB0-18CFEEF0FF09}" dt="2025-05-13T17:18:11.603" v="2" actId="26606"/>
          <ac:grpSpMkLst>
            <pc:docMk/>
            <pc:sldMk cId="2224249056" sldId="257"/>
            <ac:grpSpMk id="10" creationId="{5D1A9D8B-3117-4D9D-BDA4-DD81895098B0}"/>
          </ac:grpSpMkLst>
        </pc:grpChg>
        <pc:picChg chg="add mod">
          <ac:chgData name="Samantha Jones" userId="4fbdb17b-2e73-4e4e-a750-bf0cd38023e4" providerId="ADAL" clId="{FEF7B0BD-A195-41B9-8EB0-18CFEEF0FF09}" dt="2025-05-13T17:49:11.435" v="1586" actId="1582"/>
          <ac:picMkLst>
            <pc:docMk/>
            <pc:sldMk cId="2224249056" sldId="257"/>
            <ac:picMk id="9" creationId="{3B11A85C-7165-5533-AF7F-517F542AE5DB}"/>
          </ac:picMkLst>
        </pc:picChg>
        <pc:picChg chg="add mod">
          <ac:chgData name="Samantha Jones" userId="4fbdb17b-2e73-4e4e-a750-bf0cd38023e4" providerId="ADAL" clId="{FEF7B0BD-A195-41B9-8EB0-18CFEEF0FF09}" dt="2025-05-13T17:49:04.187" v="1585" actId="1582"/>
          <ac:picMkLst>
            <pc:docMk/>
            <pc:sldMk cId="2224249056" sldId="257"/>
            <ac:picMk id="15" creationId="{2D21BAC2-8C4B-6EBA-C1F0-E7391CB25254}"/>
          </ac:picMkLst>
        </pc:picChg>
        <pc:picChg chg="add mod">
          <ac:chgData name="Samantha Jones" userId="4fbdb17b-2e73-4e4e-a750-bf0cd38023e4" providerId="ADAL" clId="{FEF7B0BD-A195-41B9-8EB0-18CFEEF0FF09}" dt="2025-05-13T17:49:58.576" v="1591" actId="1076"/>
          <ac:picMkLst>
            <pc:docMk/>
            <pc:sldMk cId="2224249056" sldId="257"/>
            <ac:picMk id="18" creationId="{9BFAE15B-F170-AADC-3618-B8184BEC7C38}"/>
          </ac:picMkLst>
        </pc:picChg>
      </pc:sldChg>
      <pc:sldChg chg="addSp delSp modSp add mod">
        <pc:chgData name="Samantha Jones" userId="4fbdb17b-2e73-4e4e-a750-bf0cd38023e4" providerId="ADAL" clId="{FEF7B0BD-A195-41B9-8EB0-18CFEEF0FF09}" dt="2025-05-13T17:52:05.583" v="1598" actId="1076"/>
        <pc:sldMkLst>
          <pc:docMk/>
          <pc:sldMk cId="3105947733" sldId="258"/>
        </pc:sldMkLst>
        <pc:spChg chg="mod">
          <ac:chgData name="Samantha Jones" userId="4fbdb17b-2e73-4e4e-a750-bf0cd38023e4" providerId="ADAL" clId="{FEF7B0BD-A195-41B9-8EB0-18CFEEF0FF09}" dt="2025-05-13T17:44:48.723" v="1569"/>
          <ac:spMkLst>
            <pc:docMk/>
            <pc:sldMk cId="3105947733" sldId="258"/>
            <ac:spMk id="4" creationId="{87D1EDC4-242A-F8BF-6018-2EAA49EBA5B3}"/>
          </ac:spMkLst>
        </pc:spChg>
        <pc:spChg chg="del mod">
          <ac:chgData name="Samantha Jones" userId="4fbdb17b-2e73-4e4e-a750-bf0cd38023e4" providerId="ADAL" clId="{FEF7B0BD-A195-41B9-8EB0-18CFEEF0FF09}" dt="2025-05-13T17:51:24.320" v="1592" actId="931"/>
          <ac:spMkLst>
            <pc:docMk/>
            <pc:sldMk cId="3105947733" sldId="258"/>
            <ac:spMk id="5" creationId="{FD014DC3-ADCF-44FE-ED80-E5F95846C8D7}"/>
          </ac:spMkLst>
        </pc:spChg>
        <pc:spChg chg="mod">
          <ac:chgData name="Samantha Jones" userId="4fbdb17b-2e73-4e4e-a750-bf0cd38023e4" providerId="ADAL" clId="{FEF7B0BD-A195-41B9-8EB0-18CFEEF0FF09}" dt="2025-05-13T17:44:48.723" v="1569"/>
          <ac:spMkLst>
            <pc:docMk/>
            <pc:sldMk cId="3105947733" sldId="258"/>
            <ac:spMk id="6" creationId="{ECA870FB-FDD5-6636-B8FE-0599B2D61635}"/>
          </ac:spMkLst>
        </pc:spChg>
        <pc:picChg chg="add mod">
          <ac:chgData name="Samantha Jones" userId="4fbdb17b-2e73-4e4e-a750-bf0cd38023e4" providerId="ADAL" clId="{FEF7B0BD-A195-41B9-8EB0-18CFEEF0FF09}" dt="2025-05-13T17:51:27.431" v="1595" actId="1076"/>
          <ac:picMkLst>
            <pc:docMk/>
            <pc:sldMk cId="3105947733" sldId="258"/>
            <ac:picMk id="3" creationId="{8C5BE9CF-7B08-4E8B-0A98-F761F7B3240A}"/>
          </ac:picMkLst>
        </pc:picChg>
        <pc:picChg chg="add mod">
          <ac:chgData name="Samantha Jones" userId="4fbdb17b-2e73-4e4e-a750-bf0cd38023e4" providerId="ADAL" clId="{FEF7B0BD-A195-41B9-8EB0-18CFEEF0FF09}" dt="2025-05-13T17:52:05.583" v="1598" actId="1076"/>
          <ac:picMkLst>
            <pc:docMk/>
            <pc:sldMk cId="3105947733" sldId="258"/>
            <ac:picMk id="8" creationId="{89154A7A-D828-92BB-ABBC-03090692AB1D}"/>
          </ac:picMkLst>
        </pc:picChg>
      </pc:sldChg>
      <pc:sldChg chg="addSp delSp modSp new mod modClrScheme chgLayout">
        <pc:chgData name="Samantha Jones" userId="4fbdb17b-2e73-4e4e-a750-bf0cd38023e4" providerId="ADAL" clId="{FEF7B0BD-A195-41B9-8EB0-18CFEEF0FF09}" dt="2025-05-13T17:44:48.723" v="1569"/>
        <pc:sldMkLst>
          <pc:docMk/>
          <pc:sldMk cId="1663405363" sldId="259"/>
        </pc:sldMkLst>
        <pc:spChg chg="del mod ord">
          <ac:chgData name="Samantha Jones" userId="4fbdb17b-2e73-4e4e-a750-bf0cd38023e4" providerId="ADAL" clId="{FEF7B0BD-A195-41B9-8EB0-18CFEEF0FF09}" dt="2025-05-13T17:27:19.023" v="312" actId="700"/>
          <ac:spMkLst>
            <pc:docMk/>
            <pc:sldMk cId="1663405363" sldId="259"/>
            <ac:spMk id="2" creationId="{D1D88C9A-784C-401B-D2F9-39771525FA60}"/>
          </ac:spMkLst>
        </pc:spChg>
        <pc:spChg chg="del mod ord">
          <ac:chgData name="Samantha Jones" userId="4fbdb17b-2e73-4e4e-a750-bf0cd38023e4" providerId="ADAL" clId="{FEF7B0BD-A195-41B9-8EB0-18CFEEF0FF09}" dt="2025-05-13T17:27:19.023" v="312" actId="700"/>
          <ac:spMkLst>
            <pc:docMk/>
            <pc:sldMk cId="1663405363" sldId="259"/>
            <ac:spMk id="3" creationId="{2988D13C-C359-59CD-0A43-93CFC811ADB9}"/>
          </ac:spMkLst>
        </pc:spChg>
        <pc:spChg chg="del">
          <ac:chgData name="Samantha Jones" userId="4fbdb17b-2e73-4e4e-a750-bf0cd38023e4" providerId="ADAL" clId="{FEF7B0BD-A195-41B9-8EB0-18CFEEF0FF09}" dt="2025-05-13T17:27:19.023" v="312" actId="700"/>
          <ac:spMkLst>
            <pc:docMk/>
            <pc:sldMk cId="1663405363" sldId="259"/>
            <ac:spMk id="4" creationId="{277270DC-5789-7F59-DA45-ADF988AB9C72}"/>
          </ac:spMkLst>
        </pc:spChg>
        <pc:spChg chg="add mod ord">
          <ac:chgData name="Samantha Jones" userId="4fbdb17b-2e73-4e4e-a750-bf0cd38023e4" providerId="ADAL" clId="{FEF7B0BD-A195-41B9-8EB0-18CFEEF0FF09}" dt="2025-05-13T17:44:48.723" v="1569"/>
          <ac:spMkLst>
            <pc:docMk/>
            <pc:sldMk cId="1663405363" sldId="259"/>
            <ac:spMk id="5" creationId="{4E0A8189-E852-658B-2D52-F74269BF158F}"/>
          </ac:spMkLst>
        </pc:spChg>
        <pc:spChg chg="add mod ord">
          <ac:chgData name="Samantha Jones" userId="4fbdb17b-2e73-4e4e-a750-bf0cd38023e4" providerId="ADAL" clId="{FEF7B0BD-A195-41B9-8EB0-18CFEEF0FF09}" dt="2025-05-13T17:44:48.723" v="1569"/>
          <ac:spMkLst>
            <pc:docMk/>
            <pc:sldMk cId="1663405363" sldId="259"/>
            <ac:spMk id="6" creationId="{628152D2-3561-D3E9-2A66-0AE23E57ACE0}"/>
          </ac:spMkLst>
        </pc:spChg>
      </pc:sldChg>
      <pc:sldChg chg="modSp new mod">
        <pc:chgData name="Samantha Jones" userId="4fbdb17b-2e73-4e4e-a750-bf0cd38023e4" providerId="ADAL" clId="{FEF7B0BD-A195-41B9-8EB0-18CFEEF0FF09}" dt="2025-05-13T17:44:48.723" v="1569"/>
        <pc:sldMkLst>
          <pc:docMk/>
          <pc:sldMk cId="1575657000" sldId="260"/>
        </pc:sldMkLst>
        <pc:spChg chg="mod">
          <ac:chgData name="Samantha Jones" userId="4fbdb17b-2e73-4e4e-a750-bf0cd38023e4" providerId="ADAL" clId="{FEF7B0BD-A195-41B9-8EB0-18CFEEF0FF09}" dt="2025-05-13T17:44:48.723" v="1569"/>
          <ac:spMkLst>
            <pc:docMk/>
            <pc:sldMk cId="1575657000" sldId="260"/>
            <ac:spMk id="2" creationId="{E47D0069-2B48-268E-9CAD-9AA506C6F038}"/>
          </ac:spMkLst>
        </pc:spChg>
        <pc:spChg chg="mod">
          <ac:chgData name="Samantha Jones" userId="4fbdb17b-2e73-4e4e-a750-bf0cd38023e4" providerId="ADAL" clId="{FEF7B0BD-A195-41B9-8EB0-18CFEEF0FF09}" dt="2025-05-13T17:44:48.723" v="1569"/>
          <ac:spMkLst>
            <pc:docMk/>
            <pc:sldMk cId="1575657000" sldId="260"/>
            <ac:spMk id="3" creationId="{5ABEBCB9-675E-4CDE-5A89-39A8DE639AA4}"/>
          </ac:spMkLst>
        </pc:spChg>
      </pc:sldChg>
      <pc:sldChg chg="modSp new mod">
        <pc:chgData name="Samantha Jones" userId="4fbdb17b-2e73-4e4e-a750-bf0cd38023e4" providerId="ADAL" clId="{FEF7B0BD-A195-41B9-8EB0-18CFEEF0FF09}" dt="2025-05-13T17:44:48.723" v="1569"/>
        <pc:sldMkLst>
          <pc:docMk/>
          <pc:sldMk cId="1976248730" sldId="261"/>
        </pc:sldMkLst>
        <pc:spChg chg="mod">
          <ac:chgData name="Samantha Jones" userId="4fbdb17b-2e73-4e4e-a750-bf0cd38023e4" providerId="ADAL" clId="{FEF7B0BD-A195-41B9-8EB0-18CFEEF0FF09}" dt="2025-05-13T17:44:48.723" v="1569"/>
          <ac:spMkLst>
            <pc:docMk/>
            <pc:sldMk cId="1976248730" sldId="261"/>
            <ac:spMk id="2" creationId="{FD0714C6-393B-2116-9E1A-9158F84C9B60}"/>
          </ac:spMkLst>
        </pc:spChg>
        <pc:spChg chg="mod">
          <ac:chgData name="Samantha Jones" userId="4fbdb17b-2e73-4e4e-a750-bf0cd38023e4" providerId="ADAL" clId="{FEF7B0BD-A195-41B9-8EB0-18CFEEF0FF09}" dt="2025-05-13T17:44:48.723" v="1569"/>
          <ac:spMkLst>
            <pc:docMk/>
            <pc:sldMk cId="1976248730" sldId="261"/>
            <ac:spMk id="3" creationId="{A746DABB-40E4-0A71-2690-65C87F06184A}"/>
          </ac:spMkLst>
        </pc:spChg>
      </pc:sldChg>
      <pc:sldChg chg="modSp new mod">
        <pc:chgData name="Samantha Jones" userId="4fbdb17b-2e73-4e4e-a750-bf0cd38023e4" providerId="ADAL" clId="{FEF7B0BD-A195-41B9-8EB0-18CFEEF0FF09}" dt="2025-05-13T17:44:48.723" v="1569"/>
        <pc:sldMkLst>
          <pc:docMk/>
          <pc:sldMk cId="2452484989" sldId="262"/>
        </pc:sldMkLst>
        <pc:spChg chg="mod">
          <ac:chgData name="Samantha Jones" userId="4fbdb17b-2e73-4e4e-a750-bf0cd38023e4" providerId="ADAL" clId="{FEF7B0BD-A195-41B9-8EB0-18CFEEF0FF09}" dt="2025-05-13T17:44:48.723" v="1569"/>
          <ac:spMkLst>
            <pc:docMk/>
            <pc:sldMk cId="2452484989" sldId="262"/>
            <ac:spMk id="2" creationId="{48AECB90-2D2B-F6F0-311A-11F20E8F95C8}"/>
          </ac:spMkLst>
        </pc:spChg>
        <pc:spChg chg="mod">
          <ac:chgData name="Samantha Jones" userId="4fbdb17b-2e73-4e4e-a750-bf0cd38023e4" providerId="ADAL" clId="{FEF7B0BD-A195-41B9-8EB0-18CFEEF0FF09}" dt="2025-05-13T17:44:48.723" v="1569"/>
          <ac:spMkLst>
            <pc:docMk/>
            <pc:sldMk cId="2452484989" sldId="262"/>
            <ac:spMk id="3" creationId="{1BE5534B-E15D-B7CF-D1F1-8A719B014767}"/>
          </ac:spMkLst>
        </pc:spChg>
      </pc:sldChg>
      <pc:sldChg chg="addSp delSp modSp new mod modClrScheme chgLayout">
        <pc:chgData name="Samantha Jones" userId="4fbdb17b-2e73-4e4e-a750-bf0cd38023e4" providerId="ADAL" clId="{FEF7B0BD-A195-41B9-8EB0-18CFEEF0FF09}" dt="2025-05-13T17:40:50.293" v="1400" actId="122"/>
        <pc:sldMkLst>
          <pc:docMk/>
          <pc:sldMk cId="1035879493" sldId="263"/>
        </pc:sldMkLst>
        <pc:spChg chg="del mod ord">
          <ac:chgData name="Samantha Jones" userId="4fbdb17b-2e73-4e4e-a750-bf0cd38023e4" providerId="ADAL" clId="{FEF7B0BD-A195-41B9-8EB0-18CFEEF0FF09}" dt="2025-05-13T17:40:28.540" v="1388" actId="700"/>
          <ac:spMkLst>
            <pc:docMk/>
            <pc:sldMk cId="1035879493" sldId="263"/>
            <ac:spMk id="2" creationId="{F6A062F2-FFFC-DB82-4F53-BCD21AD791ED}"/>
          </ac:spMkLst>
        </pc:spChg>
        <pc:spChg chg="del">
          <ac:chgData name="Samantha Jones" userId="4fbdb17b-2e73-4e4e-a750-bf0cd38023e4" providerId="ADAL" clId="{FEF7B0BD-A195-41B9-8EB0-18CFEEF0FF09}" dt="2025-05-13T17:40:28.540" v="1388" actId="700"/>
          <ac:spMkLst>
            <pc:docMk/>
            <pc:sldMk cId="1035879493" sldId="263"/>
            <ac:spMk id="3" creationId="{4E1906FF-E831-1335-A31C-42AC669BB013}"/>
          </ac:spMkLst>
        </pc:spChg>
        <pc:spChg chg="add mod ord">
          <ac:chgData name="Samantha Jones" userId="4fbdb17b-2e73-4e4e-a750-bf0cd38023e4" providerId="ADAL" clId="{FEF7B0BD-A195-41B9-8EB0-18CFEEF0FF09}" dt="2025-05-13T17:40:50.293" v="1400" actId="122"/>
          <ac:spMkLst>
            <pc:docMk/>
            <pc:sldMk cId="1035879493" sldId="263"/>
            <ac:spMk id="4" creationId="{87E29CAB-54FC-FC4C-1568-62C41310F07E}"/>
          </ac:spMkLst>
        </pc:spChg>
      </pc:sldChg>
      <pc:sldChg chg="modSp new mod ord">
        <pc:chgData name="Samantha Jones" userId="4fbdb17b-2e73-4e4e-a750-bf0cd38023e4" providerId="ADAL" clId="{FEF7B0BD-A195-41B9-8EB0-18CFEEF0FF09}" dt="2025-05-13T17:44:48.723" v="1569"/>
        <pc:sldMkLst>
          <pc:docMk/>
          <pc:sldMk cId="1293344019" sldId="264"/>
        </pc:sldMkLst>
        <pc:spChg chg="mod">
          <ac:chgData name="Samantha Jones" userId="4fbdb17b-2e73-4e4e-a750-bf0cd38023e4" providerId="ADAL" clId="{FEF7B0BD-A195-41B9-8EB0-18CFEEF0FF09}" dt="2025-05-13T17:44:48.723" v="1569"/>
          <ac:spMkLst>
            <pc:docMk/>
            <pc:sldMk cId="1293344019" sldId="264"/>
            <ac:spMk id="2" creationId="{5296AB2B-A303-D1E5-2A1F-DD1AF9CCA521}"/>
          </ac:spMkLst>
        </pc:spChg>
        <pc:spChg chg="mod">
          <ac:chgData name="Samantha Jones" userId="4fbdb17b-2e73-4e4e-a750-bf0cd38023e4" providerId="ADAL" clId="{FEF7B0BD-A195-41B9-8EB0-18CFEEF0FF09}" dt="2025-05-13T17:44:48.723" v="1569"/>
          <ac:spMkLst>
            <pc:docMk/>
            <pc:sldMk cId="1293344019" sldId="264"/>
            <ac:spMk id="3" creationId="{6263A994-D42E-1658-8F87-3F5754BBB67D}"/>
          </ac:spMkLst>
        </pc:spChg>
      </pc:sldChg>
      <pc:sldChg chg="addSp delSp modSp new mod modClrScheme chgLayout">
        <pc:chgData name="Samantha Jones" userId="4fbdb17b-2e73-4e4e-a750-bf0cd38023e4" providerId="ADAL" clId="{FEF7B0BD-A195-41B9-8EB0-18CFEEF0FF09}" dt="2025-05-13T17:44:48.723" v="1569"/>
        <pc:sldMkLst>
          <pc:docMk/>
          <pc:sldMk cId="1631484534" sldId="265"/>
        </pc:sldMkLst>
        <pc:spChg chg="del mod ord">
          <ac:chgData name="Samantha Jones" userId="4fbdb17b-2e73-4e4e-a750-bf0cd38023e4" providerId="ADAL" clId="{FEF7B0BD-A195-41B9-8EB0-18CFEEF0FF09}" dt="2025-05-13T17:43:22.106" v="1538" actId="700"/>
          <ac:spMkLst>
            <pc:docMk/>
            <pc:sldMk cId="1631484534" sldId="265"/>
            <ac:spMk id="2" creationId="{5B474052-103C-45E0-105E-D0F35454252A}"/>
          </ac:spMkLst>
        </pc:spChg>
        <pc:spChg chg="del mod ord">
          <ac:chgData name="Samantha Jones" userId="4fbdb17b-2e73-4e4e-a750-bf0cd38023e4" providerId="ADAL" clId="{FEF7B0BD-A195-41B9-8EB0-18CFEEF0FF09}" dt="2025-05-13T17:43:22.106" v="1538" actId="700"/>
          <ac:spMkLst>
            <pc:docMk/>
            <pc:sldMk cId="1631484534" sldId="265"/>
            <ac:spMk id="3" creationId="{CAC9424A-DFE7-7DDF-2455-D47F82E83E15}"/>
          </ac:spMkLst>
        </pc:spChg>
        <pc:spChg chg="add mod ord">
          <ac:chgData name="Samantha Jones" userId="4fbdb17b-2e73-4e4e-a750-bf0cd38023e4" providerId="ADAL" clId="{FEF7B0BD-A195-41B9-8EB0-18CFEEF0FF09}" dt="2025-05-13T17:44:48.723" v="1569"/>
          <ac:spMkLst>
            <pc:docMk/>
            <pc:sldMk cId="1631484534" sldId="265"/>
            <ac:spMk id="4" creationId="{3EA823DB-10C7-0DE8-99A5-6EDA9B30107F}"/>
          </ac:spMkLst>
        </pc:spChg>
        <pc:spChg chg="add mod ord">
          <ac:chgData name="Samantha Jones" userId="4fbdb17b-2e73-4e4e-a750-bf0cd38023e4" providerId="ADAL" clId="{FEF7B0BD-A195-41B9-8EB0-18CFEEF0FF09}" dt="2025-05-13T17:44:48.723" v="1569"/>
          <ac:spMkLst>
            <pc:docMk/>
            <pc:sldMk cId="1631484534" sldId="265"/>
            <ac:spMk id="5" creationId="{201E3510-7D61-CC82-37BA-01C6EB3A14C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774B687-9599-40D7-9EDC-52FA3AE6DF1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48075FB-D731-4D92-A77D-0E6014BFE3C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41270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B687-9599-40D7-9EDC-52FA3AE6DF1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75FB-D731-4D92-A77D-0E6014BFE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93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B687-9599-40D7-9EDC-52FA3AE6DF1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75FB-D731-4D92-A77D-0E6014BFE3C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67354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B687-9599-40D7-9EDC-52FA3AE6DF1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75FB-D731-4D92-A77D-0E6014BFE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6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B687-9599-40D7-9EDC-52FA3AE6DF1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75FB-D731-4D92-A77D-0E6014BFE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28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B687-9599-40D7-9EDC-52FA3AE6DF1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75FB-D731-4D92-A77D-0E6014BFE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0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B687-9599-40D7-9EDC-52FA3AE6DF1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75FB-D731-4D92-A77D-0E6014BFE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195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B687-9599-40D7-9EDC-52FA3AE6DF1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75FB-D731-4D92-A77D-0E6014BFE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25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B687-9599-40D7-9EDC-52FA3AE6DF1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75FB-D731-4D92-A77D-0E6014BFE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57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B687-9599-40D7-9EDC-52FA3AE6DF1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75FB-D731-4D92-A77D-0E6014BFE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5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4B687-9599-40D7-9EDC-52FA3AE6DF1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075FB-D731-4D92-A77D-0E6014BFE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07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774B687-9599-40D7-9EDC-52FA3AE6DF1B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148075FB-D731-4D92-A77D-0E6014BFE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14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xdeviruchi.itch.io/16-bit-fantasy-adventure-music-pac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B1FCB-076B-D11A-0ABE-8D99F2D4E1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Dino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7D8DF0-6960-140B-A251-3B4099999F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Samantha Jones and Sigourney Wamback</a:t>
            </a:r>
          </a:p>
        </p:txBody>
      </p:sp>
    </p:spTree>
    <p:extLst>
      <p:ext uri="{BB962C8B-B14F-4D97-AF65-F5344CB8AC3E}">
        <p14:creationId xmlns:p14="http://schemas.microsoft.com/office/powerpoint/2010/main" val="304881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6AB2B-A303-D1E5-2A1F-DD1AF9CCA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3A994-D42E-1658-8F87-3F5754BBB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Plot</a:t>
            </a:r>
          </a:p>
          <a:p>
            <a:r>
              <a:rPr lang="en-US" dirty="0"/>
              <a:t>Game demo</a:t>
            </a:r>
          </a:p>
          <a:p>
            <a:r>
              <a:rPr lang="en-US" dirty="0"/>
              <a:t>What we worked on</a:t>
            </a:r>
          </a:p>
          <a:p>
            <a:r>
              <a:rPr lang="en-US" dirty="0"/>
              <a:t>Difficulties Encountered</a:t>
            </a:r>
          </a:p>
          <a:p>
            <a:r>
              <a:rPr lang="en-US" dirty="0"/>
              <a:t>What was easy</a:t>
            </a:r>
          </a:p>
          <a:p>
            <a:r>
              <a:rPr lang="en-US" dirty="0"/>
              <a:t>What we would’ve changed</a:t>
            </a:r>
          </a:p>
          <a:p>
            <a:r>
              <a:rPr lang="en-US" dirty="0"/>
              <a:t>Questions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344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ECB90-2D2B-F6F0-311A-11F20E8F9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5534B-E15D-B7CF-D1F1-8A719B0147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town borders have become overrun with bugs! Armed with your trusty fishbone gun you step up to stop the dangerous bugs. A secret lies waiting for you to find and use to defend the few townsfolk still remaining. Your goal is simple: kill the monsters until you’re overrun, use coins to access a second level and get messy.</a:t>
            </a:r>
          </a:p>
        </p:txBody>
      </p:sp>
    </p:spTree>
    <p:extLst>
      <p:ext uri="{BB962C8B-B14F-4D97-AF65-F5344CB8AC3E}">
        <p14:creationId xmlns:p14="http://schemas.microsoft.com/office/powerpoint/2010/main" val="2452484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E29CAB-54FC-FC4C-1568-62C41310F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73829"/>
            <a:ext cx="10515600" cy="1420585"/>
          </a:xfrm>
        </p:spPr>
        <p:txBody>
          <a:bodyPr/>
          <a:lstStyle/>
          <a:p>
            <a:pPr algn="ctr"/>
            <a:r>
              <a:rPr lang="en-US" dirty="0"/>
              <a:t>Game Demo</a:t>
            </a:r>
          </a:p>
        </p:txBody>
      </p:sp>
    </p:spTree>
    <p:extLst>
      <p:ext uri="{BB962C8B-B14F-4D97-AF65-F5344CB8AC3E}">
        <p14:creationId xmlns:p14="http://schemas.microsoft.com/office/powerpoint/2010/main" val="1035879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597929-E96D-F483-7501-86BE72C2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Samantha Jones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B11A85C-7165-5533-AF7F-517F542AE5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4710" y="3232276"/>
            <a:ext cx="4279179" cy="2453608"/>
          </a:xfrm>
          <a:ln w="28575"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AE2709-3160-AD72-54EF-42B494EB6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 Menu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Settings Menu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Sound 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sprites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 for the pickups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Coins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Code for coin counting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D21BAC2-8C4B-6EBA-C1F0-E7391CB25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648" y="669471"/>
            <a:ext cx="4279178" cy="2350534"/>
          </a:xfrm>
          <a:prstGeom prst="rect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18" name="Picture 1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9BFAE15B-F170-AADC-3618-B8184BEC7C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173" y="2099734"/>
            <a:ext cx="2326898" cy="164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249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26552-6E41-28FC-405D-049CBF3C7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D1EDC4-242A-F8BF-6018-2EAA49EBA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Sigourney Wamback</a:t>
            </a:r>
          </a:p>
        </p:txBody>
      </p:sp>
      <p:pic>
        <p:nvPicPr>
          <p:cNvPr id="3" name="Content Placeholder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8C5BE9CF-7B08-4E8B-0A98-F761F7B32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642" y="578827"/>
            <a:ext cx="3934374" cy="2238687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A870FB-FDD5-6636-B8FE-0599B2D61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Enemies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Damage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Assets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Health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Character coding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Weapons ( + weapon switching)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Dialogue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Level logic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Level scaling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Level + coin UI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“Skull” collectable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Win condition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" name="Picture 7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89154A7A-D828-92BB-ABBC-03090692A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1152" y="3147099"/>
            <a:ext cx="4934639" cy="276263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22C1335-7A3E-D35A-C5F3-34B68326F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3516" y="529874"/>
            <a:ext cx="2772007" cy="2617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594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0A8189-E852-658B-2D52-F74269BF1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Difficulties Encountered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8152D2-3561-D3E9-2A66-0AE23E57A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Dialogue</a:t>
            </a:r>
          </a:p>
          <a:p>
            <a:r>
              <a:rPr lang="en-US" dirty="0"/>
              <a:t>Localization</a:t>
            </a:r>
          </a:p>
          <a:p>
            <a:r>
              <a:rPr lang="en-US" dirty="0"/>
              <a:t>Merge difficulties with Git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405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D0069-2B48-268E-9CAD-9AA506C6F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Parts that were easy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EBCB9-675E-4CDE-5A89-39A8DE639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Assets</a:t>
            </a:r>
          </a:p>
          <a:p>
            <a:r>
              <a:rPr lang="en-US" dirty="0"/>
              <a:t>Coins</a:t>
            </a:r>
          </a:p>
          <a:p>
            <a:r>
              <a:rPr lang="en-US" dirty="0"/>
              <a:t>Character + enemy animations</a:t>
            </a:r>
          </a:p>
          <a:p>
            <a:r>
              <a:rPr lang="en-US" dirty="0"/>
              <a:t>Level logic</a:t>
            </a:r>
          </a:p>
          <a:p>
            <a:r>
              <a:rPr lang="en-US" dirty="0"/>
              <a:t>UI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657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714C6-393B-2116-9E1A-9158F84C9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would’ve changed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6DABB-40E4-0A71-2690-65C87F061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808" y="1927123"/>
            <a:ext cx="8595360" cy="4351337"/>
          </a:xfrm>
        </p:spPr>
        <p:txBody>
          <a:bodyPr/>
          <a:lstStyle/>
          <a:p>
            <a:r>
              <a:rPr lang="en-US" dirty="0"/>
              <a:t>Added less global scripts ( we have about 5 or 6 when in reality we could’ve used just 1 or 2)</a:t>
            </a:r>
          </a:p>
          <a:p>
            <a:r>
              <a:rPr lang="en-US" dirty="0"/>
              <a:t>Researched the dialogue system a bit more</a:t>
            </a:r>
          </a:p>
        </p:txBody>
      </p:sp>
    </p:spTree>
    <p:extLst>
      <p:ext uri="{BB962C8B-B14F-4D97-AF65-F5344CB8AC3E}">
        <p14:creationId xmlns:p14="http://schemas.microsoft.com/office/powerpoint/2010/main" val="1976248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A823DB-10C7-0DE8-99A5-6EDA9B301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E3510-7D61-CC82-37BA-01C6EB3A1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Feel free to ask.</a:t>
            </a:r>
          </a:p>
        </p:txBody>
      </p:sp>
    </p:spTree>
    <p:extLst>
      <p:ext uri="{BB962C8B-B14F-4D97-AF65-F5344CB8AC3E}">
        <p14:creationId xmlns:p14="http://schemas.microsoft.com/office/powerpoint/2010/main" val="1631484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6CD28-EF4F-95B5-A57D-E4EAF68C9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Credit for Sound </a:t>
            </a:r>
            <a:r>
              <a:rPr lang="en-US" dirty="0" err="1"/>
              <a:t>Sssets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C34E1-A08B-6CF5-7A94-867F7B90E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water scene – https://benjijam.itch.io/underwater-themes </a:t>
            </a:r>
          </a:p>
          <a:p>
            <a:r>
              <a:rPr lang="en-US" dirty="0"/>
              <a:t>coin </a:t>
            </a:r>
            <a:r>
              <a:rPr lang="en-US" dirty="0" err="1"/>
              <a:t>sfx</a:t>
            </a:r>
            <a:r>
              <a:rPr lang="en-US" dirty="0"/>
              <a:t>: Author: </a:t>
            </a:r>
            <a:r>
              <a:rPr lang="en-US" dirty="0" err="1"/>
              <a:t>wobbleboxxSunday</a:t>
            </a:r>
            <a:r>
              <a:rPr lang="en-US" dirty="0"/>
              <a:t>, November 16, 2014 - 08:49Art Type: Sound Effect</a:t>
            </a:r>
          </a:p>
          <a:p>
            <a:r>
              <a:rPr lang="en-US" dirty="0">
                <a:latin typeface="gg sans"/>
              </a:rPr>
              <a:t>C</a:t>
            </a:r>
            <a:r>
              <a:rPr lang="en-US" b="0" i="0" dirty="0">
                <a:effectLst/>
                <a:latin typeface="gg sans"/>
              </a:rPr>
              <a:t>redit for field of dreams Author: </a:t>
            </a:r>
            <a:r>
              <a:rPr lang="en-US" b="0" i="0" dirty="0" err="1">
                <a:effectLst/>
                <a:latin typeface="gg sans"/>
              </a:rPr>
              <a:t>pauliuw</a:t>
            </a:r>
            <a:r>
              <a:rPr lang="en-US" b="0" i="0" dirty="0">
                <a:effectLst/>
                <a:latin typeface="gg sans"/>
              </a:rPr>
              <a:t> Wednesday, December 8, 2010 - 05:37</a:t>
            </a:r>
          </a:p>
          <a:p>
            <a:r>
              <a:rPr lang="en-US" dirty="0">
                <a:latin typeface="gg sans"/>
              </a:rPr>
              <a:t>Victory music: </a:t>
            </a:r>
            <a:r>
              <a:rPr lang="en-US" dirty="0">
                <a:latin typeface="gg sans"/>
                <a:hlinkClick r:id="rId2"/>
              </a:rPr>
              <a:t>https://xdeviruchi.itch.io/16-bit-fantasy-adventure-music-pack</a:t>
            </a:r>
            <a:endParaRPr lang="en-US" dirty="0">
              <a:latin typeface="gg sans"/>
            </a:endParaRP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4289687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54</TotalTime>
  <Words>271</Words>
  <Application>Microsoft Office PowerPoint</Application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Schoolbook</vt:lpstr>
      <vt:lpstr>gg sans</vt:lpstr>
      <vt:lpstr>Wingdings 2</vt:lpstr>
      <vt:lpstr>View</vt:lpstr>
      <vt:lpstr>Dino Game</vt:lpstr>
      <vt:lpstr>Table of contents</vt:lpstr>
      <vt:lpstr>Plot</vt:lpstr>
      <vt:lpstr>Game Demo</vt:lpstr>
      <vt:lpstr>Samantha Jones</vt:lpstr>
      <vt:lpstr>Sigourney Wamback</vt:lpstr>
      <vt:lpstr>Difficulties Encountered</vt:lpstr>
      <vt:lpstr>Parts that were easy</vt:lpstr>
      <vt:lpstr>What we would’ve changed</vt:lpstr>
      <vt:lpstr>Questions?</vt:lpstr>
      <vt:lpstr>Credit for Sound Sssets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Samantha Jones</dc:creator>
  <cp:lastModifiedBy>Sigourney Xenia Wamback</cp:lastModifiedBy>
  <cp:revision>2</cp:revision>
  <dcterms:created xsi:type="dcterms:W3CDTF">2025-05-13T17:15:45Z</dcterms:created>
  <dcterms:modified xsi:type="dcterms:W3CDTF">2025-05-14T22:11:30Z</dcterms:modified>
</cp:coreProperties>
</file>